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5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08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26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7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0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5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82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11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B81C1-EAE6-4868-8BDE-6D29DDA661A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6732A-796A-4235-AA0A-218A39600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8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618186"/>
            <a:ext cx="10515600" cy="452858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 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DECORATION BOOKING WEBSITE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THEOPHILUS MUMO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NO: EB3/56380/21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37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planning industry is shifting towards online solutions due to consumer demand for convenience and efficiency.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for event decoration services are inadequate, featuring poor user experiences, inefficient booking management, and limited payment options.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inadequacies lead to user frustration and missed opportunities for service providers.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struggle to find and book decoration services that meet their specific needs, hindering growth in the </a:t>
            </a:r>
            <a:r>
              <a:rPr lang="en-US" dirty="0"/>
              <a:t>market.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event decoration booking website aims to create an accessible, intuitive platform that streamlines the event planning process.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seeks to enhance user engagement and satisfaction while providing service providers with a robust solution to showcase their offerings.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addressing these challenges, the website will meet the growing demand for online services and position itself as a leader in facilitating seamless bookings and payments for decoration services.</a:t>
            </a:r>
          </a:p>
        </p:txBody>
      </p:sp>
    </p:spTree>
    <p:extLst>
      <p:ext uri="{BB962C8B-B14F-4D97-AF65-F5344CB8AC3E}">
        <p14:creationId xmlns:p14="http://schemas.microsoft.com/office/powerpoint/2010/main" val="204334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platform that allows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and organizations to browse, select, and book tailored event decoration services, ensuring a seamless and enjoyable experience from initial inquiry to event execution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Functional Website</a:t>
            </a: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Registration, Login, and Booking Functionality</a:t>
            </a: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Catalog of Decoration Options</a:t>
            </a:r>
          </a:p>
          <a:p>
            <a:pPr lvl="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 Search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8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website's justification can be summarized as follows: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the growing demand for convenient online services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engagement and satisfaction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revenue potential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website's justification is based on the following assumptions: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for online services in the event planning industry will continue to grow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will prefer to use online platforms for their event planning needs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website's user-centric design and seamless booking experience will differentiate it from existing platforms</a:t>
            </a:r>
          </a:p>
        </p:txBody>
      </p:sp>
    </p:spTree>
    <p:extLst>
      <p:ext uri="{BB962C8B-B14F-4D97-AF65-F5344CB8AC3E}">
        <p14:creationId xmlns:p14="http://schemas.microsoft.com/office/powerpoint/2010/main" val="19112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Functional </a:t>
            </a:r>
            <a:r>
              <a:rPr lang="en-US" b="1" dirty="0" smtClean="0"/>
              <a:t>Requirements</a:t>
            </a:r>
          </a:p>
          <a:p>
            <a:pPr marL="0" lvl="0" indent="0">
              <a:buNone/>
            </a:pPr>
            <a:r>
              <a:rPr lang="en-US" b="1" dirty="0"/>
              <a:t>Event Management</a:t>
            </a:r>
            <a:endParaRPr lang="en-US" dirty="0"/>
          </a:p>
          <a:p>
            <a:pPr lvl="0"/>
            <a:r>
              <a:rPr lang="en-US" dirty="0"/>
              <a:t>Admin can create, update, delete, and view events.</a:t>
            </a:r>
          </a:p>
          <a:p>
            <a:pPr lvl="0"/>
            <a:r>
              <a:rPr lang="en-US" dirty="0"/>
              <a:t>Users can browse and search for events.</a:t>
            </a:r>
          </a:p>
          <a:p>
            <a:pPr marL="0" lvl="0" indent="0">
              <a:buNone/>
            </a:pPr>
            <a:r>
              <a:rPr lang="en-US" b="1" dirty="0"/>
              <a:t>Booking Management</a:t>
            </a:r>
            <a:endParaRPr lang="en-US" dirty="0"/>
          </a:p>
          <a:p>
            <a:pPr lvl="0"/>
            <a:r>
              <a:rPr lang="en-US" dirty="0"/>
              <a:t>Users can book tickets for events.</a:t>
            </a:r>
          </a:p>
          <a:p>
            <a:pPr lvl="0"/>
            <a:r>
              <a:rPr lang="en-US" dirty="0"/>
              <a:t>Users can view their booking history.</a:t>
            </a:r>
          </a:p>
          <a:p>
            <a:r>
              <a:rPr lang="en-US" dirty="0"/>
              <a:t>Admin can manage bookings </a:t>
            </a:r>
            <a:endParaRPr lang="en-US" dirty="0" smtClean="0"/>
          </a:p>
          <a:p>
            <a:pPr marL="0" lvl="0" indent="0">
              <a:buNone/>
            </a:pPr>
            <a:r>
              <a:rPr lang="en-US" b="1" dirty="0"/>
              <a:t>User Profile Management</a:t>
            </a:r>
            <a:endParaRPr lang="en-US" dirty="0"/>
          </a:p>
          <a:p>
            <a:pPr lvl="0"/>
            <a:r>
              <a:rPr lang="en-US" dirty="0"/>
              <a:t>Users can update their profile information.</a:t>
            </a:r>
          </a:p>
          <a:p>
            <a:pPr lvl="0"/>
            <a:r>
              <a:rPr lang="en-US" dirty="0"/>
              <a:t>Users can change their passwords.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Non-Functional Requirements</a:t>
            </a:r>
          </a:p>
          <a:p>
            <a:pPr marL="0" lvl="0" indent="0">
              <a:buNone/>
            </a:pPr>
            <a:r>
              <a:rPr lang="en-US" b="1" dirty="0"/>
              <a:t>Performance</a:t>
            </a:r>
            <a:endParaRPr lang="en-US" dirty="0"/>
          </a:p>
          <a:p>
            <a:pPr lvl="0"/>
            <a:r>
              <a:rPr lang="en-US" dirty="0" smtClean="0"/>
              <a:t>Page </a:t>
            </a:r>
            <a:r>
              <a:rPr lang="en-US" dirty="0"/>
              <a:t>load times is under 2 seconds.</a:t>
            </a:r>
          </a:p>
          <a:p>
            <a:pPr marL="0" lvl="0" indent="0">
              <a:buNone/>
            </a:pPr>
            <a:r>
              <a:rPr lang="en-US" b="1" dirty="0"/>
              <a:t>Security</a:t>
            </a:r>
            <a:endParaRPr lang="en-US" dirty="0"/>
          </a:p>
          <a:p>
            <a:pPr lvl="0"/>
            <a:r>
              <a:rPr lang="en-US" dirty="0"/>
              <a:t>Implement HTTPS.</a:t>
            </a:r>
          </a:p>
          <a:p>
            <a:pPr lvl="0"/>
            <a:r>
              <a:rPr lang="en-US" dirty="0"/>
              <a:t>Use prepared statements to prevent SQL injection.</a:t>
            </a:r>
          </a:p>
          <a:p>
            <a:pPr lvl="0"/>
            <a:r>
              <a:rPr lang="en-US" dirty="0"/>
              <a:t>Passwords should be hashed.</a:t>
            </a:r>
          </a:p>
          <a:p>
            <a:pPr marL="0" lvl="0" indent="0">
              <a:buNone/>
            </a:pPr>
            <a:r>
              <a:rPr lang="en-US" b="1" dirty="0" smtClean="0"/>
              <a:t>Usability</a:t>
            </a:r>
            <a:endParaRPr lang="en-US" dirty="0"/>
          </a:p>
          <a:p>
            <a:pPr lvl="0"/>
            <a:r>
              <a:rPr lang="en-US" dirty="0"/>
              <a:t>The website is responsive and user-friendly.</a:t>
            </a:r>
          </a:p>
          <a:p>
            <a:pPr marL="0" lvl="0" indent="0">
              <a:buNone/>
            </a:pPr>
            <a:r>
              <a:rPr lang="en-US" b="1" dirty="0"/>
              <a:t>Maintainability</a:t>
            </a:r>
            <a:endParaRPr lang="en-US" dirty="0"/>
          </a:p>
          <a:p>
            <a:pPr lvl="0"/>
            <a:r>
              <a:rPr lang="en-US" dirty="0"/>
              <a:t>Code is </a:t>
            </a:r>
            <a:r>
              <a:rPr lang="en-US" dirty="0" smtClean="0"/>
              <a:t>well developed  </a:t>
            </a:r>
            <a:r>
              <a:rPr lang="en-US" dirty="0"/>
              <a:t>or easy maintenance and updates 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18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644" y="1361985"/>
            <a:ext cx="50859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3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71977" y="1664931"/>
            <a:ext cx="3825026" cy="4323746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71257" y="1664930"/>
            <a:ext cx="3361386" cy="420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9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HTML: For structuring the web pages.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CSS: For styling and layout design, ensuring a visually appealing interface.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JavaScript: For adding interactivity and dynamic content to the website.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PHP: For server-side scripting and handling business logic.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XAMPP: As a local development environment that includes Apache server, MySQL, and PHP.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MySQL: For managing user data, booking details, and payment transactions.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Integration: Services like PayPal for secure online transactions.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IDE/Text Editor: Tools like Visual Studio Code, Sublime Text,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 Storm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writing and editing code.</a:t>
            </a:r>
          </a:p>
        </p:txBody>
      </p:sp>
    </p:spTree>
    <p:extLst>
      <p:ext uri="{BB962C8B-B14F-4D97-AF65-F5344CB8AC3E}">
        <p14:creationId xmlns:p14="http://schemas.microsoft.com/office/powerpoint/2010/main" val="234766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216</TotalTime>
  <Words>561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PROJECT TITLE:  EVENT DECORATION BOOKING WEBSITE PREPARED BY: NAME: THEOPHILUS MUMO REG. NO: EB3/56380/21</vt:lpstr>
      <vt:lpstr>PROBLEM STATEMENT</vt:lpstr>
      <vt:lpstr>OBJECTIVES</vt:lpstr>
      <vt:lpstr>JUSTIFICATION</vt:lpstr>
      <vt:lpstr>REQUIREMENTS </vt:lpstr>
      <vt:lpstr>System Design</vt:lpstr>
      <vt:lpstr>System Design</vt:lpstr>
      <vt:lpstr>TOOLS AND TECHNOLOGIES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PROJECT TITLE: EVENT DECORATION BOOKING WEBSITE PREPARED BY: NAME: THEOPHILUS MUMO REG. NO: EB3/56380/21</dc:title>
  <dc:creator>THEOPHYLLUS MUMO</dc:creator>
  <cp:lastModifiedBy>THEOPHYLLUS MUMO</cp:lastModifiedBy>
  <cp:revision>17</cp:revision>
  <dcterms:created xsi:type="dcterms:W3CDTF">2024-12-02T08:41:59Z</dcterms:created>
  <dcterms:modified xsi:type="dcterms:W3CDTF">2024-12-10T07:30:19Z</dcterms:modified>
</cp:coreProperties>
</file>
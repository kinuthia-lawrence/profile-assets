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5" r:id="rId3"/>
    <p:sldId id="257" r:id="rId4"/>
    <p:sldId id="273" r:id="rId5"/>
    <p:sldId id="265" r:id="rId6"/>
    <p:sldId id="274" r:id="rId7"/>
    <p:sldId id="276" r:id="rId8"/>
    <p:sldId id="277" r:id="rId9"/>
    <p:sldId id="283" r:id="rId10"/>
    <p:sldId id="282" r:id="rId11"/>
    <p:sldId id="278" r:id="rId12"/>
    <p:sldId id="279" r:id="rId13"/>
    <p:sldId id="280" r:id="rId14"/>
    <p:sldId id="281" r:id="rId15"/>
    <p:sldId id="284" r:id="rId16"/>
    <p:sldId id="285" r:id="rId17"/>
    <p:sldId id="286" r:id="rId18"/>
    <p:sldId id="288" r:id="rId19"/>
    <p:sldId id="289" r:id="rId20"/>
    <p:sldId id="27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8"/>
    <p:restoredTop sz="94663"/>
  </p:normalViewPr>
  <p:slideViewPr>
    <p:cSldViewPr snapToGrid="0" snapToObjects="1">
      <p:cViewPr varScale="1">
        <p:scale>
          <a:sx n="64" d="100"/>
          <a:sy n="64" d="100"/>
        </p:scale>
        <p:origin x="183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1" d="100"/>
        <a:sy n="17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19846"/>
            <a:ext cx="8229600" cy="1143004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85578" y="1755897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57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79186" y="1729974"/>
            <a:ext cx="6565569" cy="413237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683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185" y="1600202"/>
            <a:ext cx="6565570" cy="4384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38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85578" y="1755897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103584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Cap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79186" y="1729974"/>
            <a:ext cx="6565569" cy="413237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531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185" y="1600202"/>
            <a:ext cx="6565570" cy="4384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486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716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8" r:id="rId3"/>
    <p:sldLayoutId id="2147483656" r:id="rId4"/>
    <p:sldLayoutId id="2147483650" r:id="rId5"/>
    <p:sldLayoutId id="2147483652" r:id="rId6"/>
    <p:sldLayoutId id="2147483655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9094" y="1853278"/>
            <a:ext cx="8615043" cy="56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800" b="1" dirty="0">
                <a:latin typeface="Arial"/>
              </a:rPr>
              <a:t>CSE-5335: </a:t>
            </a:r>
            <a:r>
              <a:rPr lang="en-US" sz="3800" b="1" dirty="0" err="1">
                <a:latin typeface="Arial"/>
              </a:rPr>
              <a:t>TutorNova</a:t>
            </a:r>
            <a:r>
              <a:rPr lang="en-US" sz="3800" b="1" dirty="0">
                <a:latin typeface="Arial"/>
              </a:rPr>
              <a:t> Presentation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4479" y="5186379"/>
            <a:ext cx="54864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>
                <a:solidFill>
                  <a:srgbClr val="13409F"/>
                </a:solidFill>
              </a:rPr>
              <a:t>Section: 5335-XXX</a:t>
            </a:r>
          </a:p>
          <a:p>
            <a:pPr>
              <a:lnSpc>
                <a:spcPct val="80000"/>
              </a:lnSpc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4479" y="5496375"/>
            <a:ext cx="6000110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FALL 2025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67813" y="5053315"/>
            <a:ext cx="488696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BE6AD2-8CAE-FB63-80C5-643C501BA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268884"/>
              </p:ext>
            </p:extLst>
          </p:nvPr>
        </p:nvGraphicFramePr>
        <p:xfrm>
          <a:off x="474477" y="2538526"/>
          <a:ext cx="8101710" cy="2381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50855">
                  <a:extLst>
                    <a:ext uri="{9D8B030D-6E8A-4147-A177-3AD203B41FA5}">
                      <a16:colId xmlns:a16="http://schemas.microsoft.com/office/drawing/2014/main" val="2723872283"/>
                    </a:ext>
                  </a:extLst>
                </a:gridCol>
                <a:gridCol w="4050855">
                  <a:extLst>
                    <a:ext uri="{9D8B030D-6E8A-4147-A177-3AD203B41FA5}">
                      <a16:colId xmlns:a16="http://schemas.microsoft.com/office/drawing/2014/main" val="766565775"/>
                    </a:ext>
                  </a:extLst>
                </a:gridCol>
              </a:tblGrid>
              <a:tr h="47634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sym typeface="Fira Code"/>
                        </a:rPr>
                        <a:t>Dedeepya Chaalika Chukka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sym typeface="Fira Code"/>
                        </a:rPr>
                        <a:t>Presenter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119534"/>
                  </a:ext>
                </a:extLst>
              </a:tr>
              <a:tr h="476344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  <a:sym typeface="Fira Code"/>
                        </a:rPr>
                        <a:t>Vinshnu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sym typeface="Fira Code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sym typeface="Fira Code"/>
                        </a:rPr>
                        <a:t>Darimireddy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sym typeface="Fira Code"/>
                        </a:rPr>
                        <a:t>Deployment Specialist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590694"/>
                  </a:ext>
                </a:extLst>
              </a:tr>
              <a:tr h="47634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sym typeface="Fira Code"/>
                        </a:rPr>
                        <a:t>Mani Manvith Devineni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sym typeface="Fira Code"/>
                        </a:rPr>
                        <a:t>Repo Manager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134599"/>
                  </a:ext>
                </a:extLst>
              </a:tr>
              <a:tr h="47634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sym typeface="Fira Code"/>
                        </a:rPr>
                        <a:t>Shravan Kumar Goud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sym typeface="Fira Code"/>
                        </a:rPr>
                        <a:t>Earukala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sym typeface="Fira Code"/>
                        </a:rPr>
                        <a:t>Manual Author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618818"/>
                  </a:ext>
                </a:extLst>
              </a:tr>
              <a:tr h="47634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sym typeface="Fira Code"/>
                        </a:rPr>
                        <a:t>Sriman Goud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sym typeface="Fira Code"/>
                        </a:rPr>
                        <a:t>Emagouda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sym typeface="Fira Code"/>
                        </a:rPr>
                        <a:t>AI-Reflection Writer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4834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8C6485-44B0-8D4B-AF40-1C1859F0842A}"/>
              </a:ext>
            </a:extLst>
          </p:cNvPr>
          <p:cNvSpPr txBox="1"/>
          <p:nvPr/>
        </p:nvSpPr>
        <p:spPr>
          <a:xfrm>
            <a:off x="470084" y="6078240"/>
            <a:ext cx="831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TUTORING PLANNER: AN INTELLIGENT STUDY ASSISTANT</a:t>
            </a:r>
          </a:p>
        </p:txBody>
      </p:sp>
    </p:spTree>
    <p:extLst>
      <p:ext uri="{BB962C8B-B14F-4D97-AF65-F5344CB8AC3E}">
        <p14:creationId xmlns:p14="http://schemas.microsoft.com/office/powerpoint/2010/main" val="415446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244865" y="1947430"/>
            <a:ext cx="3772499" cy="4077221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Build a web platform to connect students with tutors.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Enable personalized study plans, real-time chat, and progress tracking.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Integrate AI for smart assistance.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Fira Code"/>
              <a:cs typeface="Times New Roman" panose="02020603050405020304" pitchFamily="18" charset="0"/>
              <a:sym typeface="Fira Code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Fira Code"/>
              <a:cs typeface="Times New Roman" panose="02020603050405020304" pitchFamily="18" charset="0"/>
              <a:sym typeface="Fira Code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Fira Code"/>
              <a:cs typeface="Times New Roman" panose="02020603050405020304" pitchFamily="18" charset="0"/>
              <a:sym typeface="Fira Cod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54135" y="28584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548" y="1426329"/>
            <a:ext cx="236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Primary Objectives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638FF99-5975-C999-DF2F-21C44ED4AF5B}"/>
              </a:ext>
            </a:extLst>
          </p:cNvPr>
          <p:cNvSpPr txBox="1">
            <a:spLocks/>
          </p:cNvSpPr>
          <p:nvPr/>
        </p:nvSpPr>
        <p:spPr>
          <a:xfrm>
            <a:off x="4422098" y="2118620"/>
            <a:ext cx="4586991" cy="4077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Simplifies finding qualified tutors.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Organizes study schedules and plans.</a:t>
            </a:r>
            <a:b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</a:b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Provides instant AI-powered help for students.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Tracks learning progress and achievements.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Reduces manual effort for both students and tutors.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A05389-8737-2E3B-7FD1-297B72BBB275}"/>
              </a:ext>
            </a:extLst>
          </p:cNvPr>
          <p:cNvSpPr txBox="1"/>
          <p:nvPr/>
        </p:nvSpPr>
        <p:spPr>
          <a:xfrm>
            <a:off x="5201587" y="1249688"/>
            <a:ext cx="2368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How Is It Helpful? Problems Solved</a:t>
            </a:r>
          </a:p>
        </p:txBody>
      </p:sp>
    </p:spTree>
    <p:extLst>
      <p:ext uri="{BB962C8B-B14F-4D97-AF65-F5344CB8AC3E}">
        <p14:creationId xmlns:p14="http://schemas.microsoft.com/office/powerpoint/2010/main" val="338703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17"/>
            <a:ext cx="6160957" cy="1143004"/>
          </a:xfrm>
        </p:spPr>
        <p:txBody>
          <a:bodyPr>
            <a:normAutofit/>
          </a:bodyPr>
          <a:lstStyle/>
          <a:p>
            <a:r>
              <a:rPr lang="en-US" dirty="0"/>
              <a:t>Home Page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0459" y="3230087"/>
            <a:ext cx="8229600" cy="7322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0" dirty="0">
              <a:solidFill>
                <a:srgbClr val="13409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47397-60F8-DE1F-5F0B-415211B94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445" y="-785446"/>
            <a:ext cx="3349941" cy="7338646"/>
          </a:xfrm>
          <a:prstGeom prst="roundRect">
            <a:avLst>
              <a:gd name="adj" fmla="val 16667"/>
            </a:avLst>
          </a:prstGeom>
          <a:ln w="38100">
            <a:solidFill>
              <a:srgbClr val="FF0000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AF2C893E-1A27-4E06-6017-87892378B2DA}"/>
              </a:ext>
            </a:extLst>
          </p:cNvPr>
          <p:cNvSpPr txBox="1"/>
          <p:nvPr/>
        </p:nvSpPr>
        <p:spPr>
          <a:xfrm>
            <a:off x="195521" y="1641927"/>
            <a:ext cx="4841428" cy="4183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Landing page design, user flow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First impression, directs users to login/signup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Main entry, feature highlights, CTA buttons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React, responsive layout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098A9E-8257-91F9-24FA-004786DC2E60}"/>
              </a:ext>
            </a:extLst>
          </p:cNvPr>
          <p:cNvCxnSpPr/>
          <p:nvPr/>
        </p:nvCxnSpPr>
        <p:spPr>
          <a:xfrm flipH="1" flipV="1">
            <a:off x="5546361" y="1349115"/>
            <a:ext cx="734518" cy="14540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7021FE-3192-CB5D-C1F1-A668C1F2A5E4}"/>
              </a:ext>
            </a:extLst>
          </p:cNvPr>
          <p:cNvCxnSpPr/>
          <p:nvPr/>
        </p:nvCxnSpPr>
        <p:spPr>
          <a:xfrm flipH="1" flipV="1">
            <a:off x="5546361" y="1349115"/>
            <a:ext cx="2308485" cy="16489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DF57FE-9A6A-85AD-1ABD-C6751CAB8901}"/>
              </a:ext>
            </a:extLst>
          </p:cNvPr>
          <p:cNvSpPr txBox="1"/>
          <p:nvPr/>
        </p:nvSpPr>
        <p:spPr>
          <a:xfrm>
            <a:off x="4730864" y="1048422"/>
            <a:ext cx="166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345221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Home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EEBE1-5FE2-D4E3-33D6-90E7822B3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C4BA1D-3225-5DE4-A9A8-C0E538170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67" y="1334026"/>
            <a:ext cx="6985418" cy="4924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3C80DA-0D13-FC62-4194-F87698200572}"/>
              </a:ext>
            </a:extLst>
          </p:cNvPr>
          <p:cNvSpPr txBox="1"/>
          <p:nvPr/>
        </p:nvSpPr>
        <p:spPr>
          <a:xfrm>
            <a:off x="5681272" y="3468810"/>
            <a:ext cx="1963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Home component with different sections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6E536983-B1EA-CB07-84AF-9253581D4399}"/>
              </a:ext>
            </a:extLst>
          </p:cNvPr>
          <p:cNvSpPr/>
          <p:nvPr/>
        </p:nvSpPr>
        <p:spPr>
          <a:xfrm>
            <a:off x="4572000" y="1729974"/>
            <a:ext cx="1029424" cy="4401003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91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359764" y="1202682"/>
            <a:ext cx="8589364" cy="197929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onboarding, web navigation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Introduces platform, builds trust to users.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Shows app purpose, features.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React component, styled with  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 About Us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9EAE63-9329-96EA-8D71-7105CF1BA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872" y="2837909"/>
            <a:ext cx="9144000" cy="3520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A3C6B-EDE5-E659-C6BD-26CB4BF2058F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1124262" y="4700294"/>
            <a:ext cx="1723869" cy="1415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1A331BA-2615-0312-3010-4746A5418CD0}"/>
              </a:ext>
            </a:extLst>
          </p:cNvPr>
          <p:cNvSpPr txBox="1"/>
          <p:nvPr/>
        </p:nvSpPr>
        <p:spPr>
          <a:xfrm>
            <a:off x="2848131" y="4377128"/>
            <a:ext cx="1603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features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88568F-FD33-3FA3-BE16-B24110749348}"/>
              </a:ext>
            </a:extLst>
          </p:cNvPr>
          <p:cNvSpPr txBox="1"/>
          <p:nvPr/>
        </p:nvSpPr>
        <p:spPr>
          <a:xfrm>
            <a:off x="5898629" y="4817205"/>
            <a:ext cx="1603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React components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082299-89EB-0FCF-2C17-5BDB1B3D5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270808" flipV="1">
            <a:off x="6677109" y="4787502"/>
            <a:ext cx="945824" cy="8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3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363" y="810713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About Us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FB75F7-72D3-CEAA-D71A-F77D5CF21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39" y="2058563"/>
            <a:ext cx="8707521" cy="41182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FFB04B-885A-ADD4-DF37-60C203AD353E}"/>
              </a:ext>
            </a:extLst>
          </p:cNvPr>
          <p:cNvSpPr txBox="1"/>
          <p:nvPr/>
        </p:nvSpPr>
        <p:spPr>
          <a:xfrm>
            <a:off x="4104770" y="1457044"/>
            <a:ext cx="234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About us features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1D4954-0B33-5F6A-EB66-A386DF12DCAF}"/>
              </a:ext>
            </a:extLst>
          </p:cNvPr>
          <p:cNvCxnSpPr/>
          <p:nvPr/>
        </p:nvCxnSpPr>
        <p:spPr>
          <a:xfrm flipH="1">
            <a:off x="3085439" y="1715858"/>
            <a:ext cx="1019331" cy="1907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72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Home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3C34BA-F59A-2BF0-94D2-25FC4991C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9" y="1071233"/>
            <a:ext cx="8611802" cy="471553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F3E1EF-586A-FC00-35A9-D096E4EB09C8}"/>
              </a:ext>
            </a:extLst>
          </p:cNvPr>
          <p:cNvCxnSpPr/>
          <p:nvPr/>
        </p:nvCxnSpPr>
        <p:spPr>
          <a:xfrm>
            <a:off x="2008682" y="1202681"/>
            <a:ext cx="3507698" cy="158548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C86CC3-70BF-5703-28FA-DA0F95B37E2B}"/>
              </a:ext>
            </a:extLst>
          </p:cNvPr>
          <p:cNvSpPr txBox="1"/>
          <p:nvPr/>
        </p:nvSpPr>
        <p:spPr>
          <a:xfrm>
            <a:off x="5516380" y="2668249"/>
            <a:ext cx="196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Navbar links</a:t>
            </a:r>
          </a:p>
        </p:txBody>
      </p:sp>
    </p:spTree>
    <p:extLst>
      <p:ext uri="{BB962C8B-B14F-4D97-AF65-F5344CB8AC3E}">
        <p14:creationId xmlns:p14="http://schemas.microsoft.com/office/powerpoint/2010/main" val="409489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459" y="363136"/>
            <a:ext cx="8229600" cy="1143004"/>
          </a:xfrm>
        </p:spPr>
        <p:txBody>
          <a:bodyPr>
            <a:normAutofit/>
          </a:bodyPr>
          <a:lstStyle/>
          <a:p>
            <a:r>
              <a:rPr lang="en-US" dirty="0"/>
              <a:t>SEMINAR Demo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0459" y="3230087"/>
            <a:ext cx="8229600" cy="7322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0" dirty="0">
              <a:solidFill>
                <a:srgbClr val="13409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C6485-44B0-8D4B-AF40-1C1859F0842A}"/>
              </a:ext>
            </a:extLst>
          </p:cNvPr>
          <p:cNvSpPr txBox="1"/>
          <p:nvPr/>
        </p:nvSpPr>
        <p:spPr>
          <a:xfrm>
            <a:off x="1004402" y="1321474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Login Landing 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319817" y="1769079"/>
            <a:ext cx="4252183" cy="390603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Authentication, form validation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Secure access, user management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Login form, error handling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Custom validation, API call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3C9B7-90D9-6BEF-D074-54C42AA68C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41" t="3061" r="22808" b="7821"/>
          <a:stretch>
            <a:fillRect/>
          </a:stretch>
        </p:blipFill>
        <p:spPr>
          <a:xfrm>
            <a:off x="4572000" y="1846910"/>
            <a:ext cx="4453251" cy="448048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94AA3C-464B-B746-41C3-164A5A71E2C4}"/>
              </a:ext>
            </a:extLst>
          </p:cNvPr>
          <p:cNvCxnSpPr>
            <a:cxnSpLocks/>
          </p:cNvCxnSpPr>
          <p:nvPr/>
        </p:nvCxnSpPr>
        <p:spPr>
          <a:xfrm flipH="1">
            <a:off x="4572000" y="3429000"/>
            <a:ext cx="1738859" cy="18925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79029E-6F6C-6B28-2E4F-65915A5E4BD3}"/>
              </a:ext>
            </a:extLst>
          </p:cNvPr>
          <p:cNvCxnSpPr/>
          <p:nvPr/>
        </p:nvCxnSpPr>
        <p:spPr>
          <a:xfrm flipH="1">
            <a:off x="4572000" y="3429000"/>
            <a:ext cx="2698230" cy="18925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95EFCF-BD62-C6EA-220A-1D9748288713}"/>
              </a:ext>
            </a:extLst>
          </p:cNvPr>
          <p:cNvSpPr txBox="1"/>
          <p:nvPr/>
        </p:nvSpPr>
        <p:spPr>
          <a:xfrm>
            <a:off x="3867462" y="5321508"/>
            <a:ext cx="1439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Login and Register</a:t>
            </a:r>
          </a:p>
        </p:txBody>
      </p:sp>
    </p:spTree>
    <p:extLst>
      <p:ext uri="{BB962C8B-B14F-4D97-AF65-F5344CB8AC3E}">
        <p14:creationId xmlns:p14="http://schemas.microsoft.com/office/powerpoint/2010/main" val="355413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Login Landing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8CF77-142C-6E39-15E8-FB69DAA18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87" y="1307118"/>
            <a:ext cx="6265766" cy="4811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1A107E-65D7-4563-28B8-55E70A91DB7A}"/>
              </a:ext>
            </a:extLst>
          </p:cNvPr>
          <p:cNvSpPr txBox="1"/>
          <p:nvPr/>
        </p:nvSpPr>
        <p:spPr>
          <a:xfrm>
            <a:off x="6041036" y="4167266"/>
            <a:ext cx="165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Error handling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C2BB85-7852-A635-366D-EC69A348ED49}"/>
              </a:ext>
            </a:extLst>
          </p:cNvPr>
          <p:cNvSpPr txBox="1"/>
          <p:nvPr/>
        </p:nvSpPr>
        <p:spPr>
          <a:xfrm>
            <a:off x="5486400" y="2548328"/>
            <a:ext cx="1948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Api call to the backend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D0AE90-8F00-1DAF-B3CF-3C38C70CBF44}"/>
              </a:ext>
            </a:extLst>
          </p:cNvPr>
          <p:cNvCxnSpPr/>
          <p:nvPr/>
        </p:nvCxnSpPr>
        <p:spPr>
          <a:xfrm>
            <a:off x="4047344" y="2158584"/>
            <a:ext cx="1439056" cy="76449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12FEDD-5E48-23AC-C19F-842EA8A5DF03}"/>
              </a:ext>
            </a:extLst>
          </p:cNvPr>
          <p:cNvCxnSpPr>
            <a:endCxn id="9" idx="1"/>
          </p:cNvCxnSpPr>
          <p:nvPr/>
        </p:nvCxnSpPr>
        <p:spPr>
          <a:xfrm flipV="1">
            <a:off x="4047344" y="4351932"/>
            <a:ext cx="1993692" cy="1846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61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459" y="0"/>
            <a:ext cx="8229600" cy="1143004"/>
          </a:xfrm>
        </p:spPr>
        <p:txBody>
          <a:bodyPr>
            <a:normAutofit/>
          </a:bodyPr>
          <a:lstStyle/>
          <a:p>
            <a:r>
              <a:rPr lang="en-US" dirty="0"/>
              <a:t>SEMINAR Demo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0459" y="3230087"/>
            <a:ext cx="8229600" cy="7322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0" dirty="0">
              <a:solidFill>
                <a:srgbClr val="13409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C6485-44B0-8D4B-AF40-1C1859F0842A}"/>
              </a:ext>
            </a:extLst>
          </p:cNvPr>
          <p:cNvSpPr txBox="1"/>
          <p:nvPr/>
        </p:nvSpPr>
        <p:spPr>
          <a:xfrm>
            <a:off x="1139314" y="958338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Dashboard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1F7536-7F31-8065-5CCA-8AE9BDA78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1387" y="723522"/>
            <a:ext cx="2724530" cy="54109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288031-8495-C1DC-78DB-4D485F8E3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141" y="2286008"/>
            <a:ext cx="5741859" cy="39784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A5DD31-BB28-28B2-45CF-BF002C3DB639}"/>
              </a:ext>
            </a:extLst>
          </p:cNvPr>
          <p:cNvSpPr txBox="1"/>
          <p:nvPr/>
        </p:nvSpPr>
        <p:spPr>
          <a:xfrm>
            <a:off x="691386" y="4586990"/>
            <a:ext cx="2546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StudentDashboard UI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0BCBCE-503F-6022-D803-B875995ED23C}"/>
              </a:ext>
            </a:extLst>
          </p:cNvPr>
          <p:cNvSpPr txBox="1"/>
          <p:nvPr/>
        </p:nvSpPr>
        <p:spPr>
          <a:xfrm>
            <a:off x="5996066" y="4122295"/>
            <a:ext cx="2693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StudentDashboard code</a:t>
            </a:r>
          </a:p>
        </p:txBody>
      </p:sp>
    </p:spTree>
    <p:extLst>
      <p:ext uri="{BB962C8B-B14F-4D97-AF65-F5344CB8AC3E}">
        <p14:creationId xmlns:p14="http://schemas.microsoft.com/office/powerpoint/2010/main" val="265489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509666" y="1265964"/>
            <a:ext cx="8349521" cy="1747059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CRUD operations, database integration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Users manage their study plans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Add/edit/delete tasks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API calls, state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Study Plans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A341E1-171A-43A9-A4B8-AC53FBDF9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85" y="2694136"/>
            <a:ext cx="1954446" cy="39728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A02D42-B966-CCE5-0A91-D319A1D2F7E9}"/>
              </a:ext>
            </a:extLst>
          </p:cNvPr>
          <p:cNvSpPr txBox="1"/>
          <p:nvPr/>
        </p:nvSpPr>
        <p:spPr>
          <a:xfrm>
            <a:off x="1004341" y="5291528"/>
            <a:ext cx="152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StudyPlan UI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14C7C4-DACA-0A67-2582-6B5A3A9F0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927"/>
          <a:stretch>
            <a:fillRect/>
          </a:stretch>
        </p:blipFill>
        <p:spPr>
          <a:xfrm>
            <a:off x="3229155" y="2961049"/>
            <a:ext cx="5021160" cy="32448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1E2E9B-B1F2-8F0E-C302-3545BB64654C}"/>
              </a:ext>
            </a:extLst>
          </p:cNvPr>
          <p:cNvSpPr txBox="1"/>
          <p:nvPr/>
        </p:nvSpPr>
        <p:spPr>
          <a:xfrm>
            <a:off x="5471410" y="4467069"/>
            <a:ext cx="2188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StudyPlan code</a:t>
            </a:r>
          </a:p>
        </p:txBody>
      </p:sp>
    </p:spTree>
    <p:extLst>
      <p:ext uri="{BB962C8B-B14F-4D97-AF65-F5344CB8AC3E}">
        <p14:creationId xmlns:p14="http://schemas.microsoft.com/office/powerpoint/2010/main" val="109563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99698" y="1202681"/>
            <a:ext cx="8359489" cy="1735391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Scheduling, backend integration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Students book sessions with tutors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Calendar, time slot selection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API call to backend, calendar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Book Session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D48D5E-8443-2AF7-D396-E51A7712B2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3" r="7022"/>
          <a:stretch>
            <a:fillRect/>
          </a:stretch>
        </p:blipFill>
        <p:spPr>
          <a:xfrm rot="1393641">
            <a:off x="1103514" y="2306985"/>
            <a:ext cx="2143729" cy="45924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2A95C7-8942-75B6-4518-136BDB42E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826" y="3307609"/>
            <a:ext cx="4153480" cy="25911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013B06-35D6-F4A6-C06B-42E2953A530F}"/>
              </a:ext>
            </a:extLst>
          </p:cNvPr>
          <p:cNvSpPr txBox="1"/>
          <p:nvPr/>
        </p:nvSpPr>
        <p:spPr>
          <a:xfrm>
            <a:off x="6595672" y="4107305"/>
            <a:ext cx="1723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Session crud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43CC2B-A563-DEE8-5B7D-120769777F64}"/>
              </a:ext>
            </a:extLst>
          </p:cNvPr>
          <p:cNvSpPr txBox="1"/>
          <p:nvPr/>
        </p:nvSpPr>
        <p:spPr>
          <a:xfrm>
            <a:off x="1074204" y="5651292"/>
            <a:ext cx="1484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Session UI</a:t>
            </a:r>
          </a:p>
        </p:txBody>
      </p:sp>
    </p:spTree>
    <p:extLst>
      <p:ext uri="{BB962C8B-B14F-4D97-AF65-F5344CB8AC3E}">
        <p14:creationId xmlns:p14="http://schemas.microsoft.com/office/powerpoint/2010/main" val="42905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304825" y="1295944"/>
            <a:ext cx="8689273" cy="1732069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Real-time updates, user engagement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Keeps users informed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Notification bell, session reminders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Notification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Notifications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4E3982-7061-AD90-A780-7F7F541AD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57" y="3016722"/>
            <a:ext cx="5059330" cy="33130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4A245F-D0C7-DA3D-79E7-9789F09A5445}"/>
              </a:ext>
            </a:extLst>
          </p:cNvPr>
          <p:cNvSpPr txBox="1"/>
          <p:nvPr/>
        </p:nvSpPr>
        <p:spPr>
          <a:xfrm>
            <a:off x="3357797" y="4811843"/>
            <a:ext cx="1484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Notification crud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43C804-BC3C-88E0-02AF-55E4A2D39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478" y="2171525"/>
            <a:ext cx="2291806" cy="4495466"/>
          </a:xfrm>
          <a:prstGeom prst="roundRect">
            <a:avLst>
              <a:gd name="adj" fmla="val 16667"/>
            </a:avLst>
          </a:prstGeom>
          <a:ln w="38100">
            <a:solidFill>
              <a:srgbClr val="FF0000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A6F3F6-E2B6-A8FC-3242-68DD3FCCBFB9}"/>
              </a:ext>
            </a:extLst>
          </p:cNvPr>
          <p:cNvSpPr txBox="1"/>
          <p:nvPr/>
        </p:nvSpPr>
        <p:spPr>
          <a:xfrm>
            <a:off x="6100997" y="5051685"/>
            <a:ext cx="174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Notification UI</a:t>
            </a:r>
          </a:p>
        </p:txBody>
      </p:sp>
    </p:spTree>
    <p:extLst>
      <p:ext uri="{BB962C8B-B14F-4D97-AF65-F5344CB8AC3E}">
        <p14:creationId xmlns:p14="http://schemas.microsoft.com/office/powerpoint/2010/main" val="415778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54924" y="1108319"/>
            <a:ext cx="8794204" cy="1762049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data management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Users update their info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Profile edit, avatar upload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Form, file upload, API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9186" y="138725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9241" y="710331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User Profile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3253A-DDD4-3C7D-AB24-6126DE9E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71" y="2731326"/>
            <a:ext cx="5742721" cy="3689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17F713-8938-0B09-D911-5883743D3ABE}"/>
              </a:ext>
            </a:extLst>
          </p:cNvPr>
          <p:cNvSpPr txBox="1"/>
          <p:nvPr/>
        </p:nvSpPr>
        <p:spPr>
          <a:xfrm>
            <a:off x="5261548" y="4676931"/>
            <a:ext cx="1169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User profile creation</a:t>
            </a:r>
          </a:p>
        </p:txBody>
      </p:sp>
    </p:spTree>
    <p:extLst>
      <p:ext uri="{BB962C8B-B14F-4D97-AF65-F5344CB8AC3E}">
        <p14:creationId xmlns:p14="http://schemas.microsoft.com/office/powerpoint/2010/main" val="215042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112" y="-174033"/>
            <a:ext cx="8229600" cy="1143004"/>
          </a:xfrm>
        </p:spPr>
        <p:txBody>
          <a:bodyPr>
            <a:normAutofit/>
          </a:bodyPr>
          <a:lstStyle/>
          <a:p>
            <a:r>
              <a:rPr lang="en-US" dirty="0"/>
              <a:t>SEMINAR Demo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0459" y="3230087"/>
            <a:ext cx="8229600" cy="7322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0" dirty="0">
              <a:solidFill>
                <a:srgbClr val="13409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C6485-44B0-8D4B-AF40-1C1859F0842A}"/>
              </a:ext>
            </a:extLst>
          </p:cNvPr>
          <p:cNvSpPr txBox="1"/>
          <p:nvPr/>
        </p:nvSpPr>
        <p:spPr>
          <a:xfrm>
            <a:off x="930982" y="710042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Chat Assistant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7AB45-FED9-C357-6619-E65D11552B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6" b="3360"/>
          <a:stretch>
            <a:fillRect/>
          </a:stretch>
        </p:blipFill>
        <p:spPr>
          <a:xfrm>
            <a:off x="871021" y="1264040"/>
            <a:ext cx="7401958" cy="499172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43BA35-84B4-7D12-2BDE-028B176C7E2E}"/>
              </a:ext>
            </a:extLst>
          </p:cNvPr>
          <p:cNvSpPr txBox="1"/>
          <p:nvPr/>
        </p:nvSpPr>
        <p:spPr>
          <a:xfrm>
            <a:off x="1094282" y="1993430"/>
            <a:ext cx="199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AI assistance in action</a:t>
            </a:r>
          </a:p>
        </p:txBody>
      </p:sp>
    </p:spTree>
    <p:extLst>
      <p:ext uri="{BB962C8B-B14F-4D97-AF65-F5344CB8AC3E}">
        <p14:creationId xmlns:p14="http://schemas.microsoft.com/office/powerpoint/2010/main" val="72415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34912" y="1220994"/>
            <a:ext cx="8799226" cy="179202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External API integration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Shows how AI is connected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Code for Gemini API call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Show function of sending a message to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Page :  Chat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C07160-450D-6632-FE44-6AE68B080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60" y="3041807"/>
            <a:ext cx="4820747" cy="317476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C64014-9BEE-A4CB-C9BD-DAFB4AECC6F0}"/>
              </a:ext>
            </a:extLst>
          </p:cNvPr>
          <p:cNvCxnSpPr/>
          <p:nvPr/>
        </p:nvCxnSpPr>
        <p:spPr>
          <a:xfrm>
            <a:off x="2728210" y="4047344"/>
            <a:ext cx="1469036" cy="64457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16ED73C-7DFA-D764-3655-0DEEF95637D6}"/>
              </a:ext>
            </a:extLst>
          </p:cNvPr>
          <p:cNvSpPr txBox="1"/>
          <p:nvPr/>
        </p:nvSpPr>
        <p:spPr>
          <a:xfrm>
            <a:off x="3825533" y="4691921"/>
            <a:ext cx="1825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sendMessage function</a:t>
            </a:r>
          </a:p>
        </p:txBody>
      </p:sp>
    </p:spTree>
    <p:extLst>
      <p:ext uri="{BB962C8B-B14F-4D97-AF65-F5344CB8AC3E}">
        <p14:creationId xmlns:p14="http://schemas.microsoft.com/office/powerpoint/2010/main" val="316392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3147934" y="1528118"/>
            <a:ext cx="5996066" cy="459543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Integrating Gemini AI and handling API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Api rate limits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Managing user authentication and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Coordinating team work and merging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Fira Code"/>
                <a:cs typeface="Times New Roman" panose="02020603050405020304" pitchFamily="18" charset="0"/>
                <a:sym typeface="Fira Code"/>
              </a:rPr>
              <a:t>Handling deployment issues and environment variables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Problem-solving, debugging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Shows team’s adaptability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000000"/>
              </a:solidFill>
              <a:latin typeface="Times New Roman" panose="02020603050405020304" pitchFamily="18" charset="0"/>
              <a:ea typeface="Fira Code"/>
              <a:cs typeface="Times New Roman" panose="02020603050405020304" pitchFamily="18" charset="0"/>
              <a:sym typeface="Fira Cod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Challenges faced</a:t>
            </a:r>
          </a:p>
        </p:txBody>
      </p:sp>
      <p:pic>
        <p:nvPicPr>
          <p:cNvPr id="2" name="Picture 2" descr="Challenge Diagram Stock Illustrations ...">
            <a:extLst>
              <a:ext uri="{FF2B5EF4-FFF2-40B4-BE49-F238E27FC236}">
                <a16:creationId xmlns:a16="http://schemas.microsoft.com/office/drawing/2014/main" id="{3761A59C-5D98-7A25-C775-641C8A1C5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2117"/>
            <a:ext cx="3031545" cy="173522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5316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017363" y="1892083"/>
            <a:ext cx="5006715" cy="390603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relevance: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Innovation, extra features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relevant: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Adds value to project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explanation: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AI study plan generator, responsive UI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AI chat assistance is implanted using the Gemini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Creative functionalities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C17C4-5134-16E9-A880-77E0B59E2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06" y="713996"/>
            <a:ext cx="2695951" cy="54300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144088-B801-4719-DC22-8351D900C8F2}"/>
              </a:ext>
            </a:extLst>
          </p:cNvPr>
          <p:cNvSpPr txBox="1"/>
          <p:nvPr/>
        </p:nvSpPr>
        <p:spPr>
          <a:xfrm>
            <a:off x="509666" y="5006715"/>
            <a:ext cx="199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AI assistance in action</a:t>
            </a:r>
          </a:p>
        </p:txBody>
      </p:sp>
    </p:spTree>
    <p:extLst>
      <p:ext uri="{BB962C8B-B14F-4D97-AF65-F5344CB8AC3E}">
        <p14:creationId xmlns:p14="http://schemas.microsoft.com/office/powerpoint/2010/main" val="63603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79882" y="1280955"/>
            <a:ext cx="8454452" cy="214804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project is very relevant to our career development since it shows real-world skills.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have learnt full stack application development, collaboration, Deployment and 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9186" y="191009"/>
            <a:ext cx="656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SEMINAR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9186" y="833349"/>
            <a:ext cx="656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6092"/>
                </a:solidFill>
              </a:rPr>
              <a:t>Future Addition to our Portfolio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535A3B-6F01-5804-8F79-6660EA757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78" y="3120296"/>
            <a:ext cx="7045377" cy="30569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FABC9D-E7DD-9DDB-0FDC-97532408AAF1}"/>
              </a:ext>
            </a:extLst>
          </p:cNvPr>
          <p:cNvSpPr txBox="1"/>
          <p:nvPr/>
        </p:nvSpPr>
        <p:spPr>
          <a:xfrm>
            <a:off x="2844382" y="3507275"/>
            <a:ext cx="2540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Project deployed on GitHub</a:t>
            </a:r>
          </a:p>
        </p:txBody>
      </p:sp>
    </p:spTree>
    <p:extLst>
      <p:ext uri="{BB962C8B-B14F-4D97-AF65-F5344CB8AC3E}">
        <p14:creationId xmlns:p14="http://schemas.microsoft.com/office/powerpoint/2010/main" val="39804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2769-325B-0644-BA80-F9B67E32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72" y="3687163"/>
            <a:ext cx="8229600" cy="1143004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9466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2137</TotalTime>
  <Words>623</Words>
  <Application>Microsoft Office PowerPoint</Application>
  <PresentationFormat>On-screen Show (4:3)</PresentationFormat>
  <Paragraphs>126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Fira Code</vt:lpstr>
      <vt:lpstr>Times New Roman</vt:lpstr>
      <vt:lpstr>Office Theme</vt:lpstr>
      <vt:lpstr>PowerPoint Presentation</vt:lpstr>
      <vt:lpstr>PowerPoint Presentation</vt:lpstr>
      <vt:lpstr>Home Page</vt:lpstr>
      <vt:lpstr>PowerPoint Presentation</vt:lpstr>
      <vt:lpstr>PowerPoint Presentation</vt:lpstr>
      <vt:lpstr>PowerPoint Presentation</vt:lpstr>
      <vt:lpstr>PowerPoint Presentation</vt:lpstr>
      <vt:lpstr>SEMINAR Demo</vt:lpstr>
      <vt:lpstr>PowerPoint Presentation</vt:lpstr>
      <vt:lpstr>SEMINAR Demo</vt:lpstr>
      <vt:lpstr>PowerPoint Presentation</vt:lpstr>
      <vt:lpstr>PowerPoint Presentation</vt:lpstr>
      <vt:lpstr>PowerPoint Presentation</vt:lpstr>
      <vt:lpstr>PowerPoint Presentation</vt:lpstr>
      <vt:lpstr>SEMINAR Demo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University of Texas at Arlington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Tackett</dc:creator>
  <cp:lastModifiedBy>Lawrence Maina</cp:lastModifiedBy>
  <cp:revision>129</cp:revision>
  <dcterms:created xsi:type="dcterms:W3CDTF">2013-10-16T17:47:49Z</dcterms:created>
  <dcterms:modified xsi:type="dcterms:W3CDTF">2025-12-01T21:25:31Z</dcterms:modified>
</cp:coreProperties>
</file>